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</p:sldIdLst>
  <p:sldSz cx="6858000" cy="9906000" type="A4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1" d="100"/>
          <a:sy n="51" d="100"/>
        </p:scale>
        <p:origin x="22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6813" y="3632202"/>
            <a:ext cx="4950338" cy="3268461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6813" y="6900661"/>
            <a:ext cx="4950338" cy="162685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6835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01" y="901492"/>
            <a:ext cx="4941899" cy="185017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6812" y="3081867"/>
            <a:ext cx="4943989" cy="5456565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4" y="1027281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8119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812" y="2996590"/>
            <a:ext cx="4943989" cy="212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812" y="5173133"/>
            <a:ext cx="4943989" cy="12428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44" y="4573873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421" y="4685981"/>
            <a:ext cx="438734" cy="527403"/>
          </a:xfrm>
        </p:spPr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608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56813" y="3086354"/>
            <a:ext cx="2398148" cy="5441796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2981" y="3086354"/>
            <a:ext cx="2397820" cy="5441796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44" y="1027281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421" y="1137909"/>
            <a:ext cx="438734" cy="527403"/>
          </a:xfrm>
        </p:spPr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074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9014" y="3216238"/>
            <a:ext cx="2155947" cy="832378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6811" y="4048617"/>
            <a:ext cx="2398149" cy="4486015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2116" y="3211575"/>
            <a:ext cx="2154929" cy="832378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0286" y="4043954"/>
            <a:ext cx="2396760" cy="4486015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44" y="1027281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421" y="1137909"/>
            <a:ext cx="438734" cy="527403"/>
          </a:xfrm>
        </p:spPr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904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00" y="901492"/>
            <a:ext cx="4941900" cy="185017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44" y="1027281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806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44" y="1027281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3336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811" y="644350"/>
            <a:ext cx="1972188" cy="1410228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7620" y="644352"/>
            <a:ext cx="2843180" cy="7821613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6811" y="2309108"/>
            <a:ext cx="1972188" cy="615685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4" y="1027281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7737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812" y="6934200"/>
            <a:ext cx="4943989" cy="81862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56812" y="917172"/>
            <a:ext cx="4943989" cy="556829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6812" y="7752821"/>
            <a:ext cx="4943989" cy="713140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4" y="7093176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83421" y="7197794"/>
            <a:ext cx="438734" cy="527403"/>
          </a:xfrm>
        </p:spPr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75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812" y="880533"/>
            <a:ext cx="4943989" cy="4502391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812" y="6289178"/>
            <a:ext cx="4943989" cy="2247359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4" y="4573873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421" y="4685981"/>
            <a:ext cx="438734" cy="527403"/>
          </a:xfrm>
        </p:spPr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74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093" y="880534"/>
            <a:ext cx="4582190" cy="4182533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11979" y="5063067"/>
            <a:ext cx="4240416" cy="550333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812" y="6289178"/>
            <a:ext cx="4943989" cy="2247359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44" y="4573873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421" y="4685981"/>
            <a:ext cx="438734" cy="527403"/>
          </a:xfrm>
        </p:spPr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1356238" y="936007"/>
            <a:ext cx="342989" cy="8446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7150" y="4196553"/>
            <a:ext cx="342989" cy="8446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0157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812" y="3522136"/>
            <a:ext cx="4943989" cy="393588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6812" y="7484534"/>
            <a:ext cx="4943989" cy="105389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44" y="7093176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83421" y="7197794"/>
            <a:ext cx="438734" cy="527403"/>
          </a:xfrm>
        </p:spPr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5308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41093" y="880534"/>
            <a:ext cx="4582190" cy="4182533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56811" y="6273800"/>
            <a:ext cx="5016219" cy="121073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6811" y="7484534"/>
            <a:ext cx="5016219" cy="105389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44" y="7093176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83421" y="7197794"/>
            <a:ext cx="438734" cy="527403"/>
          </a:xfrm>
        </p:spPr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1356238" y="936007"/>
            <a:ext cx="342989" cy="8446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7150" y="4196553"/>
            <a:ext cx="342989" cy="8446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1780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812" y="906255"/>
            <a:ext cx="4943988" cy="4160029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56812" y="6273800"/>
            <a:ext cx="4943989" cy="121073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6812" y="7484534"/>
            <a:ext cx="4943989" cy="105389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4" y="7093176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83421" y="7197794"/>
            <a:ext cx="438734" cy="527403"/>
          </a:xfrm>
        </p:spPr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1954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4" y="1027281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5796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8901" y="906254"/>
            <a:ext cx="1242099" cy="7632180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6812" y="906254"/>
            <a:ext cx="3537261" cy="763218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4" y="1027281"/>
            <a:ext cx="1018767" cy="73378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693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330200"/>
            <a:ext cx="1485900" cy="9589129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15316" y="1082"/>
            <a:ext cx="1464204" cy="9898061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37160" cy="9906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8900" y="901492"/>
            <a:ext cx="4941900" cy="18501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812" y="3081867"/>
            <a:ext cx="4943989" cy="561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29300" y="8861796"/>
            <a:ext cx="574785" cy="534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03579-EA08-45BD-B4CA-6BBECB0ECE1D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6811" y="8862836"/>
            <a:ext cx="4287366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83421" y="1137909"/>
            <a:ext cx="438734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B5E304C8-9709-4A32-A78E-BC2A350DB9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74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4868" y="5150939"/>
            <a:ext cx="584826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 1</a:t>
            </a:r>
            <a:r>
              <a:rPr lang="fr-FR" sz="1200" baseline="300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lang="fr-FR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mars au 31 août 2021</a:t>
            </a:r>
          </a:p>
          <a:p>
            <a:pPr algn="ctr">
              <a:lnSpc>
                <a:spcPct val="150000"/>
              </a:lnSpc>
            </a:pPr>
            <a:r>
              <a:rPr lang="fr-FR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 Centre d’Écologie Fonctionnelle 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fr-FR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Évolutive</a:t>
            </a:r>
          </a:p>
          <a:p>
            <a:pPr algn="ctr">
              <a:lnSpc>
                <a:spcPct val="150000"/>
              </a:lnSpc>
            </a:pPr>
            <a:r>
              <a:rPr lang="fr-FR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sous la direction de N. Barthes et J.-M. Roger</a:t>
            </a:r>
          </a:p>
          <a:p>
            <a:pPr algn="ctr">
              <a:lnSpc>
                <a:spcPct val="150000"/>
              </a:lnSpc>
            </a:pPr>
            <a:r>
              <a:rPr lang="fr-FR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 : </a:t>
            </a:r>
          </a:p>
          <a:p>
            <a:pPr algn="ctr">
              <a:lnSpc>
                <a:spcPct val="150000"/>
              </a:lnSpc>
            </a:pPr>
            <a:r>
              <a:rPr lang="fr-FR" sz="16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JORIS HUGUENIN</a:t>
            </a:r>
          </a:p>
          <a:p>
            <a:pPr>
              <a:lnSpc>
                <a:spcPct val="150000"/>
              </a:lnSpc>
            </a:pPr>
            <a:endParaRPr lang="fr-FR" sz="1200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fr-FR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soutenu le </a:t>
            </a:r>
            <a:r>
              <a:rPr lang="fr-FR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9 </a:t>
            </a:r>
            <a:r>
              <a:rPr lang="fr-FR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septembre 2021, devant la commission d'examen :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4950" y="1104239"/>
            <a:ext cx="38481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ACADÉMIE DE MONTPELLIER </a:t>
            </a:r>
          </a:p>
        </p:txBody>
      </p:sp>
      <p:sp>
        <p:nvSpPr>
          <p:cNvPr id="7" name="Rectangle 6"/>
          <p:cNvSpPr/>
          <p:nvPr/>
        </p:nvSpPr>
        <p:spPr>
          <a:xfrm>
            <a:off x="1485900" y="1688196"/>
            <a:ext cx="3886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UNIVERSITÉ DE MONTPELLIER </a:t>
            </a:r>
          </a:p>
        </p:txBody>
      </p:sp>
      <p:sp>
        <p:nvSpPr>
          <p:cNvPr id="8" name="Rectangle 7"/>
          <p:cNvSpPr/>
          <p:nvPr/>
        </p:nvSpPr>
        <p:spPr>
          <a:xfrm>
            <a:off x="692150" y="2272153"/>
            <a:ext cx="54737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MASTER </a:t>
            </a:r>
          </a:p>
          <a:p>
            <a:pPr algn="ctr"/>
            <a:r>
              <a:rPr lang="fr-FR" b="1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fr-FR" sz="16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TATISTIQUE POUR LES </a:t>
            </a:r>
            <a:r>
              <a:rPr lang="fr-FR" b="1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fr-FR" sz="16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CIENCES DE LA </a:t>
            </a:r>
            <a:r>
              <a:rPr lang="fr-FR" b="1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fr-FR" sz="16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IE  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4499" y="3480714"/>
            <a:ext cx="3429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fr-FR" sz="16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MÉMOIRE sur le stage : </a:t>
            </a:r>
          </a:p>
          <a:p>
            <a:pPr algn="ctr"/>
            <a:endParaRPr lang="fr-FR" sz="1600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16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Développement d’outils d’analyses pour les données de PTR-</a:t>
            </a:r>
            <a:r>
              <a:rPr lang="fr-FR" sz="1600" dirty="0" err="1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ToF</a:t>
            </a:r>
            <a:r>
              <a:rPr lang="fr-FR" sz="16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4950" y="7374525"/>
            <a:ext cx="4788064" cy="830997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r>
              <a:rPr lang="fr-FR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J.-N. BACRO</a:t>
            </a:r>
          </a:p>
          <a:p>
            <a:r>
              <a:rPr lang="fr-FR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C. REYNES</a:t>
            </a:r>
          </a:p>
          <a:p>
            <a:r>
              <a:rPr lang="fr-FR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R. SABATIER</a:t>
            </a:r>
          </a:p>
          <a:p>
            <a:r>
              <a:rPr lang="fr-FR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fr-FR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Professeur</a:t>
            </a:r>
          </a:p>
          <a:p>
            <a:r>
              <a:rPr lang="fr-F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Maître de Conférence</a:t>
            </a:r>
          </a:p>
          <a:p>
            <a:r>
              <a:rPr lang="fr-F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Professeur </a:t>
            </a:r>
            <a:endParaRPr lang="fr-FR" sz="1200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44" y="39198"/>
            <a:ext cx="1580408" cy="1106286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794" y="8465135"/>
            <a:ext cx="757258" cy="757258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02" y="9397209"/>
            <a:ext cx="1094702" cy="37706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992" y="9283268"/>
            <a:ext cx="2592633" cy="604945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332" y="8428529"/>
            <a:ext cx="1983292" cy="830469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820"/>
          <a:stretch/>
        </p:blipFill>
        <p:spPr>
          <a:xfrm>
            <a:off x="3380307" y="8572719"/>
            <a:ext cx="1195767" cy="542091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006" y="9331023"/>
            <a:ext cx="1031986" cy="515991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570" y="8486650"/>
            <a:ext cx="761219" cy="714228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309" y="91090"/>
            <a:ext cx="1807621" cy="81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98269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70</TotalTime>
  <Words>86</Words>
  <Application>Microsoft Office PowerPoint</Application>
  <PresentationFormat>Format A4 (210 x 297 mm)</PresentationFormat>
  <Paragraphs>21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Brin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Joris HUGUENIN</dc:creator>
  <cp:lastModifiedBy>Joris HUGUENIN</cp:lastModifiedBy>
  <cp:revision>12</cp:revision>
  <dcterms:created xsi:type="dcterms:W3CDTF">2021-07-06T09:09:40Z</dcterms:created>
  <dcterms:modified xsi:type="dcterms:W3CDTF">2021-08-31T13:13:48Z</dcterms:modified>
</cp:coreProperties>
</file>